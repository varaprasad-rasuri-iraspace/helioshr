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c0ec87ea-e885-c5f0-54a0-00321ae0f6d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talk track: Today HR posts in Slack and IT builds accounts by hand over 3 to 5 days. With this system, the only thing HR does is enter the hire in Workday. An AI assistant drafts the access list from the role; fixed company rules check it; accounts are built early and switched on the morning the person starts. Measures: time from hire entered to accounts ready, share of hires fully set up on Day 1, IT hands-on time per hire, access tickets in the first 30 days, and the new-hire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points: the AI cannot create or approve anything itself and has no credentials; a fixed access catalog blocks anything unapproved (we tested an attempt to get admin on everything via HR notes). Limits: depends on clean Workday data, needs a catalog owner, and we pilot in recommend-only mode first. Asks: catalog owner, Workday notification, pilot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hires start Day 1 fully set up</a:t>
            </a:r>
            <a:endParaRPr lang="en-US" sz="3000" dirty="0"/>
          </a:p>
        </p:txBody>
      </p:sp>
      <p:sp>
        <p:nvSpPr>
          <p:cNvPr id="3" name="step-1-badge"/>
          <p:cNvSpPr/>
          <p:nvPr/>
        </p:nvSpPr>
        <p:spPr>
          <a:xfrm>
            <a:off x="457200" y="12344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-1-num"/>
          <p:cNvSpPr txBox="1"/>
          <p:nvPr/>
        </p:nvSpPr>
        <p:spPr>
          <a:xfrm>
            <a:off x="45720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1-text"/>
          <p:cNvSpPr txBox="1"/>
          <p:nvPr/>
        </p:nvSpPr>
        <p:spPr>
          <a:xfrm>
            <a:off x="1051560" y="1188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HR hires someone in Workday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only manual step</a:t>
            </a:r>
            <a:endParaRPr lang="en-US" sz="1600" dirty="0"/>
          </a:p>
        </p:txBody>
      </p:sp>
      <p:sp>
        <p:nvSpPr>
          <p:cNvPr id="6" name="step-2-badge"/>
          <p:cNvSpPr/>
          <p:nvPr/>
        </p:nvSpPr>
        <p:spPr>
          <a:xfrm>
            <a:off x="457200" y="1892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-2-num"/>
          <p:cNvSpPr txBox="1"/>
          <p:nvPr/>
        </p:nvSpPr>
        <p:spPr>
          <a:xfrm>
            <a:off x="45720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-2-text"/>
          <p:cNvSpPr txBox="1"/>
          <p:nvPr/>
        </p:nvSpPr>
        <p:spPr>
          <a:xfrm>
            <a:off x="1051560" y="1847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 AI assistant reads the role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Title, team, location, manager</a:t>
            </a:r>
            <a:endParaRPr lang="en-US" sz="1600" dirty="0"/>
          </a:p>
        </p:txBody>
      </p:sp>
      <p:sp>
        <p:nvSpPr>
          <p:cNvPr id="9" name="step-3-badge"/>
          <p:cNvSpPr/>
          <p:nvPr/>
        </p:nvSpPr>
        <p:spPr>
          <a:xfrm>
            <a:off x="457200" y="25511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-3-num"/>
          <p:cNvSpPr txBox="1"/>
          <p:nvPr/>
        </p:nvSpPr>
        <p:spPr>
          <a:xfrm>
            <a:off x="45720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-3-text"/>
          <p:cNvSpPr txBox="1"/>
          <p:nvPr/>
        </p:nvSpPr>
        <p:spPr>
          <a:xfrm>
            <a:off x="1051560" y="25054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Company rules check every request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Sensitive access needs approval</a:t>
            </a:r>
            <a:endParaRPr lang="en-US" sz="1600" dirty="0"/>
          </a:p>
        </p:txBody>
      </p:sp>
      <p:sp>
        <p:nvSpPr>
          <p:cNvPr id="12" name="step-4-badge"/>
          <p:cNvSpPr/>
          <p:nvPr/>
        </p:nvSpPr>
        <p:spPr>
          <a:xfrm>
            <a:off x="457200" y="320954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-4-num"/>
          <p:cNvSpPr txBox="1"/>
          <p:nvPr/>
        </p:nvSpPr>
        <p:spPr>
          <a:xfrm>
            <a:off x="45720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-4-text"/>
          <p:cNvSpPr txBox="1"/>
          <p:nvPr/>
        </p:nvSpPr>
        <p:spPr>
          <a:xfrm>
            <a:off x="1051560" y="31638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Accounts are built within the hour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Okta, Google, Slack, Jira. Live on start day</a:t>
            </a:r>
            <a:endParaRPr lang="en-US" sz="1600" dirty="0"/>
          </a:p>
        </p:txBody>
      </p:sp>
      <p:sp>
        <p:nvSpPr>
          <p:cNvPr id="15" name="step-5-badge"/>
          <p:cNvSpPr/>
          <p:nvPr/>
        </p:nvSpPr>
        <p:spPr>
          <a:xfrm>
            <a:off x="457200" y="3867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-5-num"/>
          <p:cNvSpPr txBox="1"/>
          <p:nvPr/>
        </p:nvSpPr>
        <p:spPr>
          <a:xfrm>
            <a:off x="4572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-5-text"/>
          <p:cNvSpPr txBox="1"/>
          <p:nvPr/>
        </p:nvSpPr>
        <p:spPr>
          <a:xfrm>
            <a:off x="1051560" y="3822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Everything is recorded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Who got what, why, who approved</a:t>
            </a:r>
            <a:endParaRPr lang="en-US" sz="1600" dirty="0"/>
          </a:p>
        </p:txBody>
      </p:sp>
      <p:sp>
        <p:nvSpPr>
          <p:cNvPr id="18" name="stat-1-card"/>
          <p:cNvSpPr/>
          <p:nvPr/>
        </p:nvSpPr>
        <p:spPr>
          <a:xfrm>
            <a:off x="5715000" y="1188720"/>
            <a:ext cx="29718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-1-value"/>
          <p:cNvSpPr txBox="1"/>
          <p:nvPr/>
        </p:nvSpPr>
        <p:spPr>
          <a:xfrm>
            <a:off x="5897880" y="124358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hour</a:t>
            </a:r>
            <a:endParaRPr lang="en-US" sz="2800" dirty="0"/>
          </a:p>
        </p:txBody>
      </p:sp>
      <p:sp>
        <p:nvSpPr>
          <p:cNvPr id="20" name="stat-1-label"/>
          <p:cNvSpPr txBox="1"/>
          <p:nvPr/>
        </p:nvSpPr>
        <p:spPr>
          <a:xfrm>
            <a:off x="5897880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From hire entered to accounts ready. Today: 3 to 5 business days</a:t>
            </a:r>
            <a:endParaRPr lang="en-US" sz="1200" dirty="0"/>
          </a:p>
        </p:txBody>
      </p:sp>
      <p:sp>
        <p:nvSpPr>
          <p:cNvPr id="21" name="stat-2-card"/>
          <p:cNvSpPr/>
          <p:nvPr/>
        </p:nvSpPr>
        <p:spPr>
          <a:xfrm>
            <a:off x="5715000" y="2304288"/>
            <a:ext cx="29718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at-2-value"/>
          <p:cNvSpPr txBox="1"/>
          <p:nvPr/>
        </p:nvSpPr>
        <p:spPr>
          <a:xfrm>
            <a:off x="5897880" y="23591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2800" dirty="0"/>
          </a:p>
        </p:txBody>
      </p:sp>
      <p:sp>
        <p:nvSpPr>
          <p:cNvPr id="23" name="stat-2-label"/>
          <p:cNvSpPr txBox="1"/>
          <p:nvPr/>
        </p:nvSpPr>
        <p:spPr>
          <a:xfrm>
            <a:off x="5897880" y="28346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New hires with full access on Day 1</a:t>
            </a:r>
            <a:endParaRPr lang="en-US" sz="1200" dirty="0"/>
          </a:p>
        </p:txBody>
      </p:sp>
      <p:sp>
        <p:nvSpPr>
          <p:cNvPr id="24" name="stat-3-card"/>
          <p:cNvSpPr/>
          <p:nvPr/>
        </p:nvSpPr>
        <p:spPr>
          <a:xfrm>
            <a:off x="5715000" y="3419856"/>
            <a:ext cx="29718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at-3-value"/>
          <p:cNvSpPr txBox="1"/>
          <p:nvPr/>
        </p:nvSpPr>
        <p:spPr>
          <a:xfrm>
            <a:off x="5897880" y="3474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</a:t>
            </a:r>
            <a:endParaRPr lang="en-US" sz="2800" dirty="0"/>
          </a:p>
        </p:txBody>
      </p:sp>
      <p:sp>
        <p:nvSpPr>
          <p:cNvPr id="26" name="stat-3-label"/>
          <p:cNvSpPr txBox="1"/>
          <p:nvPr/>
        </p:nvSpPr>
        <p:spPr>
          <a:xfrm>
            <a:off x="5897880" y="39502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Access-related tickets in a new hire's first 30 days</a:t>
            </a:r>
            <a:endParaRPr lang="en-US" sz="1200" dirty="0"/>
          </a:p>
        </p:txBody>
      </p:sp>
      <p:sp>
        <p:nvSpPr>
          <p:cNvPr id="27" name="measure-footer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We'll track: time-to-ready, Day-1 readiness, IT hands-on time, access tickets, new-hire survey.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can trust it, and where it stops</a:t>
            </a:r>
            <a:endParaRPr lang="en-US" sz="3000" dirty="0"/>
          </a:p>
        </p:txBody>
      </p:sp>
      <p:sp>
        <p:nvSpPr>
          <p:cNvPr id="3" name="safeguards-card"/>
          <p:cNvSpPr/>
          <p:nvPr/>
        </p:nvSpPr>
        <p:spPr>
          <a:xfrm>
            <a:off x="457200" y="1143000"/>
            <a:ext cx="457200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afeguards-head"/>
          <p:cNvSpPr txBox="1"/>
          <p:nvPr/>
        </p:nvSpPr>
        <p:spPr>
          <a:xfrm>
            <a:off x="640080" y="1216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safeguards</a:t>
            </a:r>
            <a:endParaRPr lang="en-US" sz="1800" dirty="0"/>
          </a:p>
        </p:txBody>
      </p:sp>
      <p:sp>
        <p:nvSpPr>
          <p:cNvPr id="5" name="safeguards-list"/>
          <p:cNvSpPr txBox="1"/>
          <p:nvPr/>
        </p:nvSpPr>
        <p:spPr>
          <a:xfrm>
            <a:off x="640080" y="1609344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AI suggests; fixed rules decide. It holds no passwords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Out-of-policy requests are blocked and flagged (tested)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Managers approve sensitive access; admin is never automatic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Salary, ID and birth data never leave Workday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audit trail; failures raise a ticket; hires can be rolled back</a:t>
            </a:r>
            <a:endParaRPr lang="en-US" sz="1400" dirty="0"/>
          </a:p>
        </p:txBody>
      </p:sp>
      <p:sp>
        <p:nvSpPr>
          <p:cNvPr id="6" name="limits-card"/>
          <p:cNvSpPr/>
          <p:nvPr/>
        </p:nvSpPr>
        <p:spPr>
          <a:xfrm>
            <a:off x="5257800" y="1143000"/>
            <a:ext cx="342900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" name="limits-head"/>
          <p:cNvSpPr txBox="1"/>
          <p:nvPr/>
        </p:nvSpPr>
        <p:spPr>
          <a:xfrm>
            <a:off x="5440680" y="1216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1800" dirty="0"/>
          </a:p>
        </p:txBody>
      </p:sp>
      <p:sp>
        <p:nvSpPr>
          <p:cNvPr id="8" name="limits-list"/>
          <p:cNvSpPr txBox="1"/>
          <p:nvPr/>
        </p:nvSpPr>
        <p:spPr>
          <a:xfrm>
            <a:off x="5440680" y="1609344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as good as Workday data. Gaps stop the run and ask HR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access catalog needs an owner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Pilot first: IT reviews the AI's picks for 2 weeks</a:t>
            </a:r>
            <a:endParaRPr lang="en-US" sz="1400" dirty="0"/>
          </a:p>
        </p:txBody>
      </p:sp>
      <p:sp>
        <p:nvSpPr>
          <p:cNvPr id="9" name="asks-head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10" name="ask-1-chip"/>
          <p:cNvSpPr/>
          <p:nvPr/>
        </p:nvSpPr>
        <p:spPr>
          <a:xfrm>
            <a:off x="457200" y="4133088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ask-1-text"/>
          <p:cNvSpPr txBox="1"/>
          <p:nvPr/>
        </p:nvSpPr>
        <p:spPr>
          <a:xfrm>
            <a:off x="566928" y="413308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 Name an owner for the role-to-access catalog</a:t>
            </a:r>
            <a:endParaRPr lang="en-US" sz="1200" dirty="0"/>
          </a:p>
        </p:txBody>
      </p:sp>
      <p:sp>
        <p:nvSpPr>
          <p:cNvPr id="12" name="ask-2-chip"/>
          <p:cNvSpPr/>
          <p:nvPr/>
        </p:nvSpPr>
        <p:spPr>
          <a:xfrm>
            <a:off x="3246120" y="4133088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sk-2-text"/>
          <p:cNvSpPr txBox="1"/>
          <p:nvPr/>
        </p:nvSpPr>
        <p:spPr>
          <a:xfrm>
            <a:off x="3355848" y="413308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 Confirm Workday can send a hire notification</a:t>
            </a:r>
            <a:endParaRPr lang="en-US" sz="1200" dirty="0"/>
          </a:p>
        </p:txBody>
      </p:sp>
      <p:sp>
        <p:nvSpPr>
          <p:cNvPr id="14" name="ask-3-chip"/>
          <p:cNvSpPr/>
          <p:nvPr/>
        </p:nvSpPr>
        <p:spPr>
          <a:xfrm>
            <a:off x="6035040" y="4133088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ask-3-text"/>
          <p:cNvSpPr txBox="1"/>
          <p:nvPr/>
        </p:nvSpPr>
        <p:spPr>
          <a:xfrm>
            <a:off x="6144768" y="413308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 Agree the 2-week pilot and success measures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iosHR Onboarding">
  <a:themeElements>
    <a:clrScheme name="HeliosHR Onboarding">
      <a:dk1>
        <a:srgbClr val="14213D"/>
      </a:dk1>
      <a:lt1>
        <a:srgbClr val="FFFFFF"/>
      </a:lt1>
      <a:dk2>
        <a:srgbClr val="0B5D54"/>
      </a:dk2>
      <a:lt2>
        <a:srgbClr val="EEF6F5"/>
      </a:lt2>
      <a:accent1>
        <a:srgbClr val="0F9D8A"/>
      </a:accent1>
      <a:accent2>
        <a:srgbClr val="F59E0B"/>
      </a:accent2>
      <a:accent3>
        <a:srgbClr val="14213D"/>
      </a:accent3>
      <a:accent4>
        <a:srgbClr val="64748B"/>
      </a:accent4>
      <a:accent5>
        <a:srgbClr val="DCE9E7"/>
      </a:accent5>
      <a:accent6>
        <a:srgbClr val="B91C1C"/>
      </a:accent6>
      <a:hlink>
        <a:srgbClr val="0F9D8A"/>
      </a:hlink>
      <a:folHlink>
        <a:srgbClr val="64748B"/>
      </a:folHlink>
    </a:clrScheme>
    <a:fontScheme name="HeliosHR Onboard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HeliosHR onboarding automation: executive summary</dc:title>
  <dc:subject>PptxGenJS Presentation</dc:subject>
  <dc:creator>IT &amp; Workspace Technology</dc:creator>
  <cp:lastModifiedBy>IT &amp; Workspace Technology</cp:lastModifiedBy>
  <cp:revision>1</cp:revision>
  <dcterms:created xsi:type="dcterms:W3CDTF">2026-10-19T06:05:52Z</dcterms:created>
  <dcterms:modified xsi:type="dcterms:W3CDTF">2026-10-19T06:05:52Z</dcterms:modified>
</cp:coreProperties>
</file>